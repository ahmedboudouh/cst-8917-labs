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Durable Functions</c:v>
                </c:pt>
              </c:strCache>
            </c:strRef>
          </c:tx>
          <c:spPr>
            <a:solidFill>
              <a:srgbClr val="2EA043"/>
            </a:solidFill>
            <a:effectLst/>
          </c:spPr>
          <c:invertIfNegative val="0"/>
          <c:dLbls>
            <c:numFmt formatCode="$#,##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100 / day</c:v>
                  </c:pt>
                  <c:pt idx="1">
                    <c:v>10 000 / day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0.15</c:v>
                </c:pt>
                <c:pt idx="1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Logic Apps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$#,##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100 / day</c:v>
                  </c:pt>
                  <c:pt idx="1">
                    <c:v>10 000 / day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10.35</c:v>
                </c:pt>
                <c:pt idx="1">
                  <c:v>62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USD / month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AA3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 ·  FINAL PROJECT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Approval, Two Ways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6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Durable Functions  vs.  Azure Logic Apps + Service Bus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4AA3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Boudouh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6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# 041162807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6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0" y="1828800"/>
            <a:ext cx="2560320" cy="2560320"/>
          </a:xfrm>
          <a:prstGeom prst="ellipse">
            <a:avLst/>
          </a:prstGeom>
          <a:solidFill>
            <a:srgbClr val="4AA3FF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509760" y="3108960"/>
            <a:ext cx="1828800" cy="18288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A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will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and six business rules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4963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— Durable Functions in Python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1821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 — Logic Apps + Service Bus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38679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of both versions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5537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across six dimensions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5166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5239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 scale and my final recommendation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Boudouh  ·  041162807  ·  CST8917 Final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A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SPACE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and the six rules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91440" cy="2103120"/>
          </a:xfrm>
          <a:prstGeom prst="rect">
            <a:avLst/>
          </a:prstGeom>
          <a:solidFill>
            <a:srgbClr val="2EA04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$100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 right away.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737360"/>
            <a:ext cx="91440" cy="2103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or more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gets an email. 2-minute window.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737360"/>
            <a:ext cx="91440" cy="210312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2743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 and escalated to Finance.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114800"/>
            <a:ext cx="91440" cy="210312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97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" y="51206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for validation.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411480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0" y="4114800"/>
            <a:ext cx="91440" cy="210312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297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category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663440" y="51206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for validation.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38160" y="4114800"/>
            <a:ext cx="35661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4114800"/>
            <a:ext cx="91440" cy="2103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297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email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412480" y="51206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always gets the result.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Boudouh  ·  041162807  ·  CST8917 Final 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A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Durable Functions — in one Python file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/api/expenses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0048" y="242316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182880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expense_orchestrator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64608" y="242316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0" y="182880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59168" y="242316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23760" y="182880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53728" y="242316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418320" y="182880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41832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1832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749040"/>
            <a:ext cx="10972800" cy="2194560"/>
          </a:xfrm>
          <a:prstGeom prst="rect">
            <a:avLst/>
          </a:prstGeom>
          <a:solidFill>
            <a:srgbClr val="E8F1F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749040"/>
            <a:ext cx="91440" cy="2194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931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Human-interaction pattern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3891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waits for two things at the same time.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 external event — triggered by POST /api/expenses/{id}/approve or /reject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durable timer — fires after EXPENSE_TIMEOUT_MINUTES (2 for demo)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finishes first wins. Event wins → manager decision. Timer wins → escalated.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Boudouh  ·  041162807  ·  CST8917 Final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A04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— Durable Functions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the test dashboard — running all 6 scenarios live.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4480560"/>
            <a:ext cx="274320" cy="274320"/>
          </a:xfrm>
          <a:prstGeom prst="ellipse">
            <a:avLst/>
          </a:prstGeom>
          <a:solidFill>
            <a:srgbClr val="2EA04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462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auto_approved / approved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4480560"/>
            <a:ext cx="274320" cy="274320"/>
          </a:xfrm>
          <a:prstGeom prst="ellipse">
            <a:avLst/>
          </a:prstGeom>
          <a:solidFill>
            <a:srgbClr val="D1495B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4462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4480560"/>
            <a:ext cx="274320" cy="2743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4462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(timeout)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23960" y="4480560"/>
            <a:ext cx="274320" cy="2743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3" name="Text 11"/>
          <p:cNvSpPr/>
          <p:nvPr/>
        </p:nvSpPr>
        <p:spPr>
          <a:xfrm>
            <a:off x="9189720" y="4462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rejected_validation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A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 + Service Bus — visual orchestration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1945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Queue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expense-requests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691640"/>
            <a:ext cx="26517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ExpenseApproval (designer)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1691640"/>
            <a:ext cx="23774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Azure Function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1691640"/>
            <a:ext cx="3108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A317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Send Approval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email + 2-min timeout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52928" y="219456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87568" y="219456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47888" y="219456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" y="315468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Topic  ·  expense-outcomes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A0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840480"/>
            <a:ext cx="2651760" cy="320040"/>
          </a:xfrm>
          <a:prstGeom prst="rect">
            <a:avLst/>
          </a:prstGeom>
          <a:solidFill>
            <a:srgbClr val="2EA04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expense-approved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'approved'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384048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149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3840480"/>
            <a:ext cx="2651760" cy="32004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expense-rejected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66160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'rejected'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384048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3840480"/>
            <a:ext cx="2651760" cy="3200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expense-escalated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'escalated'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869680" y="384048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69680" y="3840480"/>
            <a:ext cx="2651760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9" name="Text 37"/>
          <p:cNvSpPr/>
          <p:nvPr/>
        </p:nvSpPr>
        <p:spPr>
          <a:xfrm>
            <a:off x="886968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all-outcomes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5256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52560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filter)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35040" y="269748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Boudouh  ·  041162807  ·  CST8917 Final Project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 — Logic Apps + Service Bus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queue message → Logic App designer view → email in inbox.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3474720" cy="1188720"/>
          </a:xfrm>
          <a:prstGeom prst="rect">
            <a:avLst/>
          </a:prstGeom>
          <a:solidFill>
            <a:srgbClr val="0D1A2C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4892040"/>
            <a:ext cx="548640" cy="548640"/>
          </a:xfrm>
          <a:prstGeom prst="ellipse">
            <a:avLst/>
          </a:prstGeom>
          <a:solidFill>
            <a:srgbClr val="4AA3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4800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JSON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5212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Version B dashboard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4572000"/>
            <a:ext cx="3474720" cy="1188720"/>
          </a:xfrm>
          <a:prstGeom prst="rect">
            <a:avLst/>
          </a:prstGeom>
          <a:solidFill>
            <a:srgbClr val="0D1A2C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4892040"/>
            <a:ext cx="548640" cy="548640"/>
          </a:xfrm>
          <a:prstGeom prst="ellipse">
            <a:avLst/>
          </a:prstGeom>
          <a:solidFill>
            <a:srgbClr val="4AA3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4800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message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5212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 Service Bus Explorer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4572000"/>
            <a:ext cx="3474720" cy="1188720"/>
          </a:xfrm>
          <a:prstGeom prst="rect">
            <a:avLst/>
          </a:prstGeom>
          <a:solidFill>
            <a:srgbClr val="0D1A2C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4892040"/>
            <a:ext cx="548640" cy="548640"/>
          </a:xfrm>
          <a:prstGeom prst="ellipse">
            <a:avLst/>
          </a:prstGeom>
          <a:solidFill>
            <a:srgbClr val="4AA3FF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06840" y="4800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result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06840" y="5212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 and Gmail inbox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A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WITH FILTERS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subscriptions — live proof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send three messages to the topic, each with a different status property. Each filtered subscription receives only the matching one. The un-filtered subscription receives all three.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49377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filter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Peek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A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expense-approved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 = 'approved'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message — status: approved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expense-rejected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 = 'rejected'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message — status: 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6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expense-escalated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 = 'escalated'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message — status: escalated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all-outcomes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(no filter)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messages — all statuses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solidFill>
            <a:srgbClr val="E6F4EA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filters work end to end. Pub/sub pattern delivered.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Boudouh  ·  041162807  ·  CST8917 Final Project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A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across six dimensions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566160"/>
                <a:gridCol w="356616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A — Durable Functions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B — Logic Apps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experience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Python, all in one 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start, visual gets busy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A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func start + unit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deploy to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A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retry in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retry on every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interaction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wait_for_external_event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Mailbox-tied approval 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A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Insights (setup needed)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Graphical run history (free)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(100/day)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$0.15 /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$10.35 /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A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score: </a:t>
            </a:r>
            <a:pPr algn="ctr" indent="0" marL="0">
              <a:buNone/>
            </a:pPr>
            <a:r>
              <a:rPr lang="en-US" sz="18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</a:t>
            </a:r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4 · </a:t>
            </a:r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 </a:t>
            </a:r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Boudouh  ·  041162807  ·  CST8917 Final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A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 SCALE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(USD) — Azure Pricing Calculator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00200"/>
          <a:ext cx="75895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600200"/>
            <a:ext cx="3017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03920" y="1600200"/>
            <a:ext cx="301752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0" y="2103120"/>
            <a:ext cx="2651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is ~67× cheaper at 100 / day.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~8× cheaper at 10 000 / day.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 bills per action, plus a fixed Service Bus fee.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Logic Apps does not scale economically.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Boudouh  ·  041162807  ·  CST8917 Final Project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A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ship — and when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Version A. 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Functions is cheaper, more testable, and waits natively.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35661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017520"/>
            <a:ext cx="3566160" cy="502920"/>
          </a:xfrm>
          <a:prstGeom prst="rect">
            <a:avLst/>
          </a:prstGeom>
          <a:solidFill>
            <a:srgbClr val="2EA04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Durable Functions when…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matters at scale.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custom logic and branching.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is central.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 engineering-first.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3017520"/>
            <a:ext cx="35661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3017520"/>
            <a:ext cx="3566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Logic Apps when…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36576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ready-made connectors.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is a citizen developer.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Run-history visibility is required.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internal automations.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3017520"/>
            <a:ext cx="35661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0" y="3017520"/>
            <a:ext cx="3566160" cy="502920"/>
          </a:xfrm>
          <a:prstGeom prst="rect">
            <a:avLst/>
          </a:prstGeom>
          <a:solidFill>
            <a:srgbClr val="4AA3FF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— best of both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83880" y="36576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 at the edge for connectors.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Functions for real logic.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topic between layers.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used where it is strongest.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Boudouh  ·  041162807  ·  CST8917 Final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AA3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3657600" cy="36576"/>
          </a:xfrm>
          <a:prstGeom prst="rect">
            <a:avLst/>
          </a:prstGeom>
          <a:solidFill>
            <a:srgbClr val="4AA3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3434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Boudouh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6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# 041162807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6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— Serverless Applications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and video link on the README cover page.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CST8917 Final Project — Expense Approval, Two Ways</dc:title>
  <dc:subject>PptxGenJS Presentation</dc:subject>
  <dc:creator>Ahmed Boudouh</dc:creator>
  <cp:lastModifiedBy>Ahmed Boudouh</cp:lastModifiedBy>
  <cp:revision>1</cp:revision>
  <dcterms:created xsi:type="dcterms:W3CDTF">2026-04-21T03:00:05Z</dcterms:created>
  <dcterms:modified xsi:type="dcterms:W3CDTF">2026-04-21T03:00:05Z</dcterms:modified>
</cp:coreProperties>
</file>